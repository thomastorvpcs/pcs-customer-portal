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70248" y="50292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70248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PCS WIRELESS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7048" y="128016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Customer Portal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Project Plan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27048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</a:rPr>
              <a:t>Stage 1 Delivery — 5 Sprints · May to July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27248" y="3657600"/>
            <a:ext cx="594360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794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</a:rPr>
              <a:t>Document Version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91840" y="3995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794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</a:rPr>
              <a:t>Date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92240" y="3995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May 7,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480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</a:rPr>
              <a:t>Status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9184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Draft — Pending Sign-Off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</a:rPr>
              <a:t>Prepared by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9224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Development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0248" y="5623560"/>
            <a:ext cx="3657600" cy="530352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56235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Sprints — May to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460"/>
                </a:solidFill>
              </a:rPr>
              <a:t>Delivery Timeline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1274552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32688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38144" y="932688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04688" y="932688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71232" y="932688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37776" y="932688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0" y="932688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914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May 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18104" y="914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Jun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84648" y="914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Jun 15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51192" y="914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Jun 29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317736" y="914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Jul 13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84280" y="9144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Jul 24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188720"/>
            <a:ext cx="112471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188720"/>
            <a:ext cx="841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Sprint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89888" y="1271016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9616" y="1271016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Auth · Navigation · Orders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rot="2700000">
            <a:off x="3346704" y="1380744"/>
            <a:ext cx="182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755648"/>
            <a:ext cx="841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Sprint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6432" y="1837944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837944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Shipments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rot="2700000">
            <a:off x="5413248" y="1947672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322576"/>
            <a:ext cx="112471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22576"/>
            <a:ext cx="841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Sprint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22976" y="2404872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2704" y="2404872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Financial Management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rot="2700000">
            <a:off x="7479792" y="2514600"/>
            <a:ext cx="1828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89504"/>
            <a:ext cx="841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Sprint 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2971800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2971800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Support Tickets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rot="2700000">
            <a:off x="9546336" y="3081528"/>
            <a:ext cx="182880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456432"/>
            <a:ext cx="112471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456432"/>
            <a:ext cx="841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Sprint 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56064" y="3538728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65792" y="3538728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Activity · Settings · Notifications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rot="2700000">
            <a:off x="11612880" y="3648456"/>
            <a:ext cx="1828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57200" y="4334256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793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M0 Infrastructure Ready — May 29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 rot="2700000">
            <a:off x="4206240" y="4334256"/>
            <a:ext cx="109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2793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M1 Auth + Orders Live — May 29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rot="2700000">
            <a:off x="7955280" y="4334256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42793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M2 Shipments Live — Jun 12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rot="2700000">
            <a:off x="457200" y="4608576"/>
            <a:ext cx="109728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553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M3 Financial Live — Jun 26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 rot="2700000">
            <a:off x="4206240" y="4608576"/>
            <a:ext cx="109728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4553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M4 Support Live — Jul 10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rot="2700000">
            <a:off x="7955280" y="4608576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4553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M5 Stage 1 Complete — Jul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460"/>
                </a:solidFill>
              </a:rPr>
              <a:t>Milestones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1274552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M0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6070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Deploy pipelines and infrastructure ready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May 29,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195560" y="1133856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2563EB">
              <a:alpha val="13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0" y="113385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May 29,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1051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M1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86537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Authentication and Order Management live — portal accessible to customers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1762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May 29,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95560" y="1938528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2563EB">
              <a:alpha val="13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193852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May 29,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15184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1518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M2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26700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Shipment Tracking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Jun 12,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195560" y="2743200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0891B2">
              <a:alpha val="13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5560" y="274320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Jun 12,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10128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19856"/>
            <a:ext cx="64008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41985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M3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3474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Financial Management live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37856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Jun 26, 2026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95560" y="3547872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16A34A">
              <a:alpha val="13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354787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Jun 26, 2026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24528"/>
            <a:ext cx="640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2245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580C"/>
                </a:solidFill>
              </a:rPr>
              <a:t>M4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371600" y="42793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Customer Support live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5902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Jul 10,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195560" y="4352544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EA580C">
              <a:alpha val="13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95560" y="435254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Jul 10, 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919472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029200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0292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M5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371600" y="50840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Stage 1 complete — all features live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71600" y="53949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Jul 24, 2026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195560" y="5157216"/>
            <a:ext cx="1508760" cy="329184"/>
          </a:xfrm>
          <a:prstGeom prst="roundRect">
            <a:avLst>
              <a:gd name="adj" fmla="val 16667"/>
            </a:avLst>
          </a:prstGeom>
          <a:solidFill>
            <a:srgbClr val="7C3AED">
              <a:alpha val="13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95560" y="515721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Jul 24,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Sprint 1 — Infrastructure, Authentication &amp; Orders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646920" y="15544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15544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May 18 – May 29, 2026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M0 &amp; M1: May 29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Deploy Pipelines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CI/CD pipeline (GitHub Actions → Render)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Staging + production environments on Render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PostgreSQL database provisioning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Next.js 14 scaffold with Tailwind CSS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13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Authentication  (US-01–04)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Auth0 sign-in integration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Password reset flow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PCS staff credential provisioning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32841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Protected route middleware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6667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Navigation &amp; Global UI  (US-67, 68, 70)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94106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Desktop sidebar navigation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187952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Mobile bottom tab bar + hamburger drawer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Responsive layout (mobile &amp; desktop)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Order Management  (US-12–16)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504748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Order listing with status filter and search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529437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Order detail page with line items and shipping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554126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Order status timeline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78240" y="960120"/>
            <a:ext cx="3200400" cy="5623560"/>
          </a:xfrm>
          <a:prstGeom prst="roundRect">
            <a:avLst>
              <a:gd name="adj" fmla="val 2857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Dashboard Additions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15400" y="1444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Dashboard shell — landing page after login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915400" y="1792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Open Orders KPI card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Sprint 2 — Shipments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646920" y="15544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15544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Jun 1 – Jun 12, 2026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M2: Jun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Shipment Tracking  (US-20–24)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Shipment listing page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Status filter (In Transit, Delivered, Pickup Ready, Exception)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Shipment detail with current status and last update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Bill of Lading + Packing List download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778240" y="960120"/>
            <a:ext cx="3200400" cy="5623560"/>
          </a:xfrm>
          <a:prstGeom prst="roundRect">
            <a:avLst>
              <a:gd name="adj" fmla="val 2857"/>
            </a:avLst>
          </a:prstGeom>
          <a:solidFill>
            <a:srgbClr val="0891B2">
              <a:alpha val="7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Dashboard Additions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15400" y="1444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Pending Shipments KPI card added to Dashboard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Sprint 3 — Financial Management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646920" y="15544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15544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Jun 15 – Jun 26, 2026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M3: Jun 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Financial Management  (US-30–38)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Financial summary (outstanding, past due, credit limit, payment terms)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Aging breakdown (Current, 30, 60, 90+ days)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Invoice list + status filter (Open, Past Due, Paid)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Invoice detail with line items and payment history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Invoice PDF + account statement download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Invoice dispute flow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Payments list + detail view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Credit memos list + detail 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78240" y="960120"/>
            <a:ext cx="3200400" cy="5623560"/>
          </a:xfrm>
          <a:prstGeom prst="roundRect">
            <a:avLst>
              <a:gd name="adj" fmla="val 2857"/>
            </a:avLst>
          </a:prstGeom>
          <a:solidFill>
            <a:srgbClr val="16A34A">
              <a:alpha val="7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Dashboard Additions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15400" y="1444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Outstanding Balance KPI card added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15400" y="1792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Past Due KPI card added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15400" y="21396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Past-due invoice alert banner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Sprint 4 — Support Tickets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646920" y="15544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15544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Jun 29 – Jul 10, 2026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M4: Jul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</a:rPr>
              <a:t>Support Tickets  (US-45–55)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Create ticket (category, subject, description, priority, linked order)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Ticket list with status + category filter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Ticket detail with full conversation thread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Reply to ticket + file attachment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Assigned PCS team member display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Ticket priority (Normal / Urgent)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Order / Quote ID linking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Post-resolution satisfaction rating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78240" y="960120"/>
            <a:ext cx="3200400" cy="5623560"/>
          </a:xfrm>
          <a:prstGeom prst="roundRect">
            <a:avLst>
              <a:gd name="adj" fmla="val 2857"/>
            </a:avLst>
          </a:prstGeom>
          <a:solidFill>
            <a:srgbClr val="EA580C">
              <a:alpha val="7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Dashboard Additions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15400" y="1444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Open Support Tickets KPI card added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15400" y="1792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Contact Support quick-action button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961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Sprint 5 — Activity Log, Account Settings &amp; Notifications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646920" y="155448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15544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Jul 13 – Jul 24, 2026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M5: Jul 24 — Stage 1 Complete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Activity Log  (US-40–44)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Chronological account event log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Category filter (Orders, Shipments, Payments, Support)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Action-required flagging + record linking to related records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665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Account Settings  (US-56–66)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Company profile editing + tax certificate upload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User management (invite, roles, activate/deactivate)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Theme, regional settings, notification preferences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Password change, 2FA, active session management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4198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Notifications  (US-71–73)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694176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Email + SMS notification preferences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41064"/>
            <a:ext cx="79095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•  In-app notification bell + alert panel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0" y="960120"/>
            <a:ext cx="3200400" cy="5623560"/>
          </a:xfrm>
          <a:prstGeom prst="roundRect">
            <a:avLst>
              <a:gd name="adj" fmla="val 2857"/>
            </a:avLst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Dashboard Additions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15400" y="1444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Recent activity feed added to Dashboard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15400" y="1792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✓  Notification bell in portal header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2026-05-19T20:03:32Z</dcterms:created>
  <dcterms:modified xsi:type="dcterms:W3CDTF">2026-05-19T20:03:32Z</dcterms:modified>
</cp:coreProperties>
</file>