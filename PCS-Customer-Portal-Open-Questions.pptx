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PCS Wireless Customer Portal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</a:rPr>
              <a:t>Open Questions for the Business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Consolidated from building the RMA submission flow and the catalog ordering-location feature.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Each question is paired with the current demo assumption/status — please confirm or correct.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33 open questions across 7 areas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Draft for stakeholder review  ·  July 13,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</a:rPr>
              <a:t>Areas covered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923544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Open questions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</a:rPr>
                        <a:t>RMA — Return Rules &amp; Eligibility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</a:rPr>
                        <a:t>RMA — Evidence &amp; Images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</a:rPr>
                        <a:t>RMA — NetSuite Integration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</a:rPr>
                        <a:t>RMA — Submission &amp; Workflow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</a:rPr>
                        <a:t>Catalog — Locations &amp; Inventory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</a:rPr>
                        <a:t>Grades — Definitions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</a:rPr>
                        <a:t>Cross-Cutting — Auth, Data &amp; Notifications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RMA — Return Rules &amp; Eligibility  (1/2)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33856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Open question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Current demo assumption / status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Is the return window 60 days from the invoice date (not delivery / ship date)?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Assumed: accepted only if sold within 60 days of the invoice date.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Cracked-LCD 7-day rule — measured from delivery date; what is the authoritative delivery-date source?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Assumed: Cracked LCD accepted only within 7 days of delivery.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Which grades are non-returnable, and how are "AS IS (WIP)" and "UR JP (SoftBank)" identified on a device?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Assumed: grade codes "AS IS" and "UR JP" are blocked.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Which product categories are excluded ("brand products", iPads, accessories)? Exact list?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Assumed: iPad / Tablet / Accessory categories are blocked.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Are battery-related returns always rejected, with no exceptions?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Assumed: battery reason always "Not Accepted".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Minor vs. deep scratch — what is the exact criteria? Is it grade-based or reason-based?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Assumed: minor scratch / cosmetic rejected; deep scratch accepted.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</a:rPr>
              <a:t>RMA — Return Rules &amp; Eligibility  (2/2)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33856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Open question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Current demo assumption / status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iCloud lock = automatic rejection; MDM / carrier-unlock verified at approval — confirm portal behaviour.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Assumed: iCloud auto-rejected; MDM/carrier-lock flagged for manual review.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RMA — Evidence &amp; Images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33856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Open question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Current demo assumption / status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Authoritative "image request rule book": which return reasons require a photo/video upload?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Assumed: Cracked LCD, Water Damage, Cosmetic, Dead Pixel, Camera, etc.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Accepted file types and max size? Is video required or optional?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Assumed: PNG / JPG / MP4, up to 10 MB each.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Is an Azure Storage account + container provisioned (with credentials) for image storage?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Not provisioned — demo shows client-side previews only, nothing stored.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Image-link format sent to NetSuite, and which statuses start the 30-day deletion clock (Completed / Done / Closed)?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Assumed: delete 30 days after Completed/Done/Closed via a scheduled job.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D28D9"/>
                </a:solidFill>
              </a:rPr>
              <a:t>RMA — NetSuite Integration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33856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Open question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Current demo assumption / status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Is the createRMA / updateRMA RESTlet built? Endpoint URL, auth (TBA/OAuth), sandbox vs. production?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Not available — payloads are mocked; a preview is shown at submit.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Confirm the createRMA / updateRMA payload schema. Where does the NetSuite Item Internal ID come from?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Assumed: the provided structure, grouped by Item ID with Device IDs.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Will validation use a real-time "validateRMA" RESTlet (invoice date, grade, iCloud, MDM per IMEI) or a synced DB?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Assumed: real-time validateRMA lookup (stubbed with mock device facts).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How is the logged-in portal user mapped to a NetSuite Customer Internal ID / Subsidiary / Location?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Not built — a mock customer is used.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How does the portal receive RMA status updates back from NetSuite (webhook, polling, Boomi)?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Not built — statuses are mock data.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</a:rPr>
              <a:t>RMA — Submission &amp; Workflow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33856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Open question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Current demo assumption / status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530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Should devices that fail validation still be submitted as "Pending" for manual review?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Assumed: yes — submission allowed; those lines are Pending, not auto-approved.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"Exception for all submissions from the back end" — what does this mean operationally?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Needs clarification.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Is tracking number + carrier mandatory, and enforced at which step? Multiple tracking numbers per RMA?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Assumed: optional at submit; addable/editable any time; multiple allowed.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Who is allowed to submit an RMA (role permissions)?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Assumed: Admin + Buyer (per Stage 2 requirements).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Confirm customers provide their own return label (PCS no longer offers a label download).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Implemented: "Download Return Label" removed.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Credit-memo download — source and format from NetSuite?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Placeholder button only in the demo.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490"/>
                </a:solidFill>
              </a:rPr>
              <a:t>Catalog — Locations &amp; Inventory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33856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Open question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Current demo assumption / status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Which stock locations can each customer order from, and where does that list come from?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Demo uses four fixed locations for all customers.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Will per-location inventory quantities come from NetSuite / Boomi?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Demo derives per-location availability deterministically (mock).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Should the ordering location default to the customer’s primary/home location?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Demo defaults to the first location (Miami, FL).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Confirm a cart / sales estimate is limited to a single location.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Assumed: yes (per Stage 2 requirements).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On switching to a location missing some cart items: warn + remove, or block entirely?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Implemented: warn, confirm, then remove only the unavailable items.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185D"/>
                </a:solidFill>
              </a:rPr>
              <a:t>Grades — Definitions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33856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Open question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8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Current demo assumption / status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8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Authoritative definitions for placeholder grade codes: COB, MD A, MD B, TBG, TBG2, TBG FIN, CRC, CRD, CRX, D2, D3, D4.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Flagged as placeholders in the app, pending PCS definitions.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Which grades are returnable? Formal grade → RMA-eligibility mapping.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Not yet defined.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Cross-Cutting — Auth, Data &amp; Notifications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133856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Open question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Current demo assumption / status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Auth0 timeline, and role permissions (Admin / Buyer / Viewer) for RMA and catalog actions.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Not built — login is a mock; roles not enforced.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Source of invoice / order / device-serial (IMEI) data in the portal — Boomi sync scope?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No real data yet — all mocked.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Are email / SMS status notifications (US-89) in scope? Which channels and preferences?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Deferred / not built.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Bulk-upload template format (CSV vs. XLSX) and required columns?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475569"/>
                          </a:solidFill>
                        </a:rPr>
                        <a:t>Demo uses CSV: Device ID, Return Reason, Customer Notes.</a:t>
                      </a:r>
                      <a:endParaRPr lang="en-US" sz="1200" dirty="0"/>
                    </a:p>
                  </a:txBody>
                  <a:tcPr marL="76200" marR="76200" marT="50800" marB="50800" anchor="t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Next step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Please review each area and mark every question Confirmed / Change required / Out of scope. Answers unblock wiring the RMA flow to NetSuite + Azure and finalising the catalog inventory model.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PCS Customer Portal — Open Questions for the Business</dc:title>
  <dc:subject>PptxGenJS Presentation</dc:subject>
  <dc:creator>PCS Development Team</dc:creator>
  <cp:lastModifiedBy>PCS Development Team</cp:lastModifiedBy>
  <cp:revision>1</cp:revision>
  <dcterms:created xsi:type="dcterms:W3CDTF">2026-07-13T14:27:21Z</dcterms:created>
  <dcterms:modified xsi:type="dcterms:W3CDTF">2026-07-13T14:27:21Z</dcterms:modified>
</cp:coreProperties>
</file>