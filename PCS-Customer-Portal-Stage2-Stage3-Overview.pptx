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</a:rPr>
              <a:t>PCS Wireless Customer Portal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40AF"/>
                </a:solidFill>
              </a:rPr>
              <a:t>Stage 2 &amp; Stage 3 — Next Phases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Draft — Pending Business Sign-Off  ·  July 2,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Stage 2 — Customer Self-Service &amp; Revenue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High-value, existing-customer features with minimal external dependency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 Area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Scope &amp; User Stories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Returns (RMA)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Submit &amp; track returns, complaint reasons, credit memos, return labels — US-80–US-89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Catalog, Sales Estimates &amp; Offers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Browse catalog, build &amp; submit sales estimates, promotional offers — US-90–US-99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Online Payments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Pay invoices by card / ACH, receipts, live balance updates — US-100–US-104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Reorder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Repeat a previous order pre-populated with the same items — US-105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8D9"/>
                </a:solidFill>
              </a:rPr>
              <a:t>Stage 3 — Integrations, Automation &amp; Advanced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Features with external prerequisites (carriers, ERP, calendar) and prospect onboarding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 Area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Scope &amp; User Stories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Integrations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API keys, webhooks, ERP/WMS (SAP/NetSuite) sync — US-110–US-116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Shipment Enhancements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Carrier tracking, pickup authorization, delivery SMS — US-120–US-125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New Customer Application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5-step self-service prospect onboarding wizard — US-130–US-136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Meeting Scheduler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Book/reschedule meetings with sales rep, calendar sync — US-140–US-145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General &amp; Advanced (epics)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Live chat, analytics, multi-currency, native app, passkeys — US-150–US-155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PCS Customer Portal — Stage 2 &amp; Stage 3 Overview</dc:title>
  <dc:subject>PptxGenJS Presentation</dc:subject>
  <dc:creator>PCS Development Team</dc:creator>
  <cp:lastModifiedBy>PCS Development Team</cp:lastModifiedBy>
  <cp:revision>1</cp:revision>
  <dcterms:created xsi:type="dcterms:W3CDTF">2026-07-09T20:41:42Z</dcterms:created>
  <dcterms:modified xsi:type="dcterms:W3CDTF">2026-07-09T20:41:42Z</dcterms:modified>
</cp:coreProperties>
</file>