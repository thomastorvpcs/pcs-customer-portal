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PCS Wireless Customer Portal — Stage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Open Questions for the Business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Product decisions still to be made, surfaced from the Stage 2 feature tickets rather than assumed.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Source: Stage 2 Feature Tickets — Catalog, Sales Estimates &amp; Offers (v1.6, July 10, 2026)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34 open questions across 11 tickets (CQ-01 … CQ-11)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Draft for stakeholder review  ·  July 13,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Tickets with open questions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58952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Ticket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Open Qs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</a:rPr>
                        <a:t>Catalog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CQ-01 · Catalog page layout &amp; product display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</a:rPr>
                        <a:t>Catalog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CQ-02 · Filter, search &amp; sort the catalog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</a:rPr>
                        <a:t>Catalog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CQ-03 · Save and re-apply a named search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</a:rPr>
                        <a:t>Catalog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CQ-04 · Favorite devices and filter to favorites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</a:rPr>
                        <a:t>Catalog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CQ-10 · Product detail view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</a:rPr>
                        <a:t>Catalog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CQ-11 · Device grading guide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Sales Estimates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CQ-05 · Build a sales estimate cart with quantities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Sales Estimates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CQ-06 · Propose custom pricing on a sales estimate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Sales Estimates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CQ-07 · Submit &amp; track sales estimates, with status history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Sales Estimates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CQ-08 · Automatic conversion of an accepted estimate to a sales order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Promotional Offers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CQ-09 · Hottest Offers &amp; promotional banners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0AF"/>
                </a:solidFill>
              </a:rPr>
              <a:t>CQ-01 · Catalog page layout &amp; product display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Catalog  ·  US-90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Will real product photography be available per device, or should category placeholder imagery be used for now?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the card show a single "from" price, or a price range across grades / storage tiers?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Is quantity shown as an exact number, or banded (e.g. "1,000+ available") for commercial reasons?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With real inventory the grid could be large — should it paginate, load more on scroll, or cap results?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0AF"/>
                </a:solidFill>
              </a:rPr>
              <a:t>CQ-02 · Filter, search &amp; sort the catalog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Catalog  ·  US-91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What is the default sort order on first load?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keyword search match on product name only, or also model, SKU, and other attributes?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Are there filter dimensions beyond those listed that customers will want (e.g. battery health, warranty, lot size)?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0AF"/>
                </a:solidFill>
              </a:rPr>
              <a:t>CQ-03 · Save and re-apply a named search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Catalog  ·  US-106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saved searches be tied to the user’s account and available on any device, or only in the browser where they were created?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Is there a limit to how many saved searches a customer may keep?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0AF"/>
                </a:solidFill>
              </a:rPr>
              <a:t>CQ-04 · Favorite devices and filter to favorites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Catalog  ·  US-107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favorites be tied to the user’s account and available on any device, or only in the browser where they were created?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If a favorited device goes out of stock or is delisted, should it still appear under Favorites (e.g. grayed out) or be dropped?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0AF"/>
                </a:solidFill>
              </a:rPr>
              <a:t>CQ-10 · Product detail 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Catalog  ·  US-90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When real imagery is available, should the detail view support multiple photos per device (a gallery / carousel)?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the detail view show a price breakdown per grade / storage tier rather than a single "from" price? (Carried over from CQ-01.)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it surface commercial detail not on the card — e.g. battery health, warranty terms, lead time, or per-location availability?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the detail view be individually addressable (its own link) so a specific device can be shared or bookmarked?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0AF"/>
                </a:solidFill>
              </a:rPr>
              <a:t>CQ-11 · Device grading guide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Catalog  ·  US-108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What are the official definitions and cosmetic / battery thresholds for each PCS grade code (C2–C6, CPO, COB, MD A/B, TBG/TBG2/TBG FIN, CRC/CRD/CRX, D2–D4)? Several are flagged "definition to be confirmed".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Will PCS supply real example photography and walkthrough videos per grade, and who maintains them?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the full set of internal grades (beyond those currently on sale) be represented, or only the customer-facing grades?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the guide content be authored / editable in a back-office tool, or is a fixed page acceptable for now?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the guide be linked from further entry points — e.g. sales estimate lines, order history, or global navigation / footer?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CQ-05 · Build a sales estimate cart with quantities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Sales Estimates  ·  US-92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quantity adjust in single units, or in packs (e.g. steps of 10)? Is there a minimum order quantity per device?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Does stock availability cap the quantity a customer can request?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CQ-06 · Propose custom pricing on a sales estimate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Sales Estimates  ·  US-93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Is the reason list fixed (Volume commitment, Competitor quote, Budget constraint, Repeat order, Other), or should a free-text reason be allowed?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Is there a floor / ceiling on how far a proposed price may deviate from the list price before it is auto-rejected or flagged?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CQ-07 · Submit &amp; track sales estimates, with status history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Sales Estimates  ·  US-94, US-95, US-96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Can a customer edit and resubmit a Rejected sales estimate, or must they start a new one?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Is there a limit to how many counter rounds (customer ↔ PCS) are allowed before a sales estimate must be accepted, declined, or expires?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What is the default validity period of a sales estimate, and can a customer request an extension near expiry?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the customer be notified (email / SMS / in-app) when a sales estimate’s status changes?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CQ-08 · Automatic conversion of an accepted estimate to a sales order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Sales Estimates  ·  US-97, US-109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Should the customer be notified (email / SMS / in-app) when acceptance produces a sales order?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Does the resulting sales estimate move to a "Converted / Closed" state, or remain Accepted with a link to the order?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Are shipping and billing details taken from the account automatically, or confirmed on the resulting sales order before fulfillment?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5309"/>
                </a:solidFill>
              </a:rPr>
              <a:t>CQ-09 · Hottest Offers &amp; promotional banners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Promotional Offers  ·  US-98, US-99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How are offers and banners curated and scheduled (start / end dates), and by whom?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How many featured items should Hottest Offers show, and in what order?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Can more than one banner run at once (a rotation), or only one at a time?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Next step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Please review each ticket and give a decision on its open questions. These are the product decisions the Stage 2 feature tickets flagged for the business; resolving them lets development finalise the catalog, sales estimates, and promotional-offer behaviour.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PCS Customer Portal — Stage 2 Open Questions for the Business</dc:title>
  <dc:subject>PptxGenJS Presentation</dc:subject>
  <dc:creator>PCS Development Team</dc:creator>
  <cp:lastModifiedBy>PCS Development Team</cp:lastModifiedBy>
  <cp:revision>1</cp:revision>
  <dcterms:created xsi:type="dcterms:W3CDTF">2026-07-13T14:49:01Z</dcterms:created>
  <dcterms:modified xsi:type="dcterms:W3CDTF">2026-07-13T14:49:01Z</dcterms:modified>
</cp:coreProperties>
</file>